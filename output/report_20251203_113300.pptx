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Weekly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2025-11-01 to 2025-11-14 | Generated: December 03,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IMPRESSIONS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10,203,000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CLICKS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306,090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74320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260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2918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15,290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$382,250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38912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572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937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$194,070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389120"/>
            <a:ext cx="3474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572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9377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97.0%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🤖 AI-Generated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During the analysis period from November 1 to November 14, 2025, AdTech campaigns demonstrated robust performance with 10.2 million impressions, yielding 306,090 clicks and 15,290 conversions. Total revenue generated reached $382,250 against a spend of $194,070, resulting in a commendable ROI of 97.0%. The major revenue contributors were the Tech_Gadgets ($98,875) and Holiday_Promo ($88,075) campaigns, indicating strong consumer interest in technology and seasonal promotions. Notably, the dataset recorded 7 anomalies, warranting investigation for potential optimization opportunities. Overall, these insights highlight successful campaign strategies and areas to enhance ROI further by addressing the anomalies detected.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⚠️ Anomalies Detected: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Tech_Gadgets - unusual metrics on 2025-11-03 (Miami)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Tech_Gadgets - unusual metrics on 2025-11-04 (Miami)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• Winter_Collection - unusual metrics on 2025-11-07 (Chicago)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Performance 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72660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Campaign Performance</a:t>
            </a:r>
          </a:p>
        </p:txBody>
      </p:sp>
      <p:pic>
        <p:nvPicPr>
          <p:cNvPr id="3" name="Picture 2" descr="campaign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272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AI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→ Analyze the performance of the Tech_Gadgets campaign, as it generated the highest revenue and could provide insights for future tech promotions.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→ Investigate the anomalies during the campaign period to identify any underlying issues that may have affected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0972800" cy="9144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→ Consider reallocating budget from lower-performing campaigns like Food_Delivery to maximize ROI in more effective campaigns.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0972800" cy="9144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→ Leverage successful strategies from the Holiday_Promo and Black_Friday_Sale campaigns to inform upcoming seasonal marketing efforts.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