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Unstructured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4C8DC"/>
                </a:solidFill>
              </a:defRPr>
            </a:pPr>
            <a:r>
              <a:t>Performance Analytics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CA0B4"/>
                </a:solidFill>
              </a:defRPr>
            </a:pPr>
            <a:r>
              <a:t>2024-01-01  |  2024-01-10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3291840" cy="1645920"/>
          </a:xfrm>
          <a:prstGeom prst="round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389120"/>
            <a:ext cx="329184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6AABE"/>
                </a:solidFill>
              </a:defRPr>
            </a:pPr>
            <a: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$15,500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389120"/>
            <a:ext cx="3291840" cy="1645920"/>
          </a:xfrm>
          <a:prstGeom prst="round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4389120"/>
            <a:ext cx="329184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663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6AABE"/>
                </a:solidFill>
              </a:defRPr>
            </a:pPr>
            <a:r>
              <a:t>RETURN ON 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12064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193.6%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389120"/>
            <a:ext cx="3291840" cy="1645920"/>
          </a:xfrm>
          <a:prstGeom prst="round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389120"/>
            <a:ext cx="329184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6AABE"/>
                </a:solidFill>
              </a:defRPr>
            </a:pPr>
            <a:r>
              <a:t>TOTAL IMPRESSIONS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12064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517,000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88C"/>
                </a:solidFill>
              </a:defRPr>
            </a:pPr>
            <a:r>
              <a:t>Generated: December 03, 2025  |  Powered by TrendSpotter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IMPRESSIONS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517,000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Total ad views delivered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463040"/>
            <a:ext cx="91440" cy="201168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1945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13,500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Click-through rate: 2.61%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463040"/>
            <a:ext cx="91440" cy="20116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CONVERSIONS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1945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530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Completed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91440" cy="20116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$15,500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Total earnings generated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84048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3840480"/>
            <a:ext cx="91440" cy="2011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AD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572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$5,280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5394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Marketing investment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84048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9" y="3840480"/>
            <a:ext cx="91440" cy="20116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4572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193.6%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5394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Return on investment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850"/>
                </a:solidFill>
              </a:defRPr>
            </a:pPr>
            <a:r>
              <a:t>KEY INSIGHT: Spring Launch leads with $4,700 revenue and 197%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011680" cy="365760"/>
          </a:xfrm>
          <a:prstGeom prst="roundRect">
            <a:avLst/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850"/>
                </a:solidFill>
              </a:defRPr>
            </a:pPr>
            <a:r>
              <a:t>AI-Generated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323741"/>
                </a:solidFill>
              </a:defRPr>
            </a:pPr>
            <a:r>
              <a:t>During the initial ten days of January 2024, our marketing campaigns generated 517,000 impressions and 13,500 clicks, leading to 530 conversions and a total revenue of $15,500. The overall advertising spend was $5,280, resulting in a robust ROI of 193.6%. Among the various campaigns, the Spring Launch led in expenditure at $4,700, while the Flash Deals campaign attracted the least at $1,750. Notably, there was one anomaly detected during this period, indicating potential areas for further investigation. This performance reflects strong engagement and conversion efficiency, positioning us well for future initiatives.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1064240" cy="4572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ANOMALIES DETECTED: 1 unusual patterns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4646"/>
                </a:solidFill>
              </a:defRPr>
            </a:pPr>
            <a:r>
              <a:t>  -  Spring Launch - unusual metrics on 2024-01-04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Dashboard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7575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Campaign Performance</a:t>
            </a:r>
          </a:p>
        </p:txBody>
      </p:sp>
      <p:pic>
        <p:nvPicPr>
          <p:cNvPr id="5" name="Picture 4" descr="campaign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7223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91440" cy="10515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Optimize high-performing campaigns like Spring Launch for better ROI.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91440" cy="10515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880360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26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Investigate the single anomaly to ensure no future issues arise.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91440" cy="105156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60520"/>
            <a:ext cx="594360" cy="594360"/>
          </a:xfrm>
          <a:prstGeom prst="ellipse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06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Allocate more budget to campaigns with higher conversion rates.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12079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12079"/>
            <a:ext cx="91440" cy="1051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5440679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0468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8639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A/B test ad creatives for lower-performing campaigns to boost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791"/>
                </a:solidFill>
              </a:defRPr>
            </a:pPr>
            <a:r>
              <a:t>Recommendations generated by AI based on data patterns. Review and adapt to your business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